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Guia de uso do Mercadinho do Lito para 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E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828800"/>
            <a:ext cx="5120640" cy="5120640"/>
          </a:xfrm>
          <a:prstGeom prst="ellipse">
            <a:avLst/>
          </a:prstGeom>
          <a:solidFill>
            <a:srgbClr val="001D3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51560"/>
            <a:ext cx="3108960" cy="1453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8803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 DO LITO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822960" y="3657600"/>
            <a:ext cx="1371600" cy="54864"/>
          </a:xfrm>
          <a:prstGeom prst="rect">
            <a:avLst/>
          </a:prstGeom>
          <a:solidFill>
            <a:srgbClr val="1EC555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8862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 pelo celular, pague no PIX e envie o comprovante.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C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mercadinho-sigma.vercel.app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rápido para a equipe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3832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286000"/>
            <a:ext cx="548640" cy="54864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299923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os produtos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340156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app, adicione o que você pegou no carrinho e confira o total.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416552" y="1920240"/>
            <a:ext cx="33832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82312" y="2286000"/>
            <a:ext cx="548640" cy="54864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1" name="Text 9"/>
          <p:cNvSpPr/>
          <p:nvPr/>
        </p:nvSpPr>
        <p:spPr>
          <a:xfrm>
            <a:off x="4782312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782312" y="299923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Pague no PIX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82312" y="340156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 mostra o QR code e o valor exato. Pague pelo app do seu banco.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1584" y="1920240"/>
            <a:ext cx="33832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2286000"/>
            <a:ext cx="548640" cy="54864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467344" y="299923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Envie o comprovante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67344" y="340156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Anexe o print ou PDF do PIX. Pronto — seu pedido fica registrado.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31520" y="4709160"/>
            <a:ext cx="10698480" cy="777240"/>
          </a:xfrm>
          <a:prstGeom prst="roundRect">
            <a:avLst>
              <a:gd name="adj" fmla="val 11765"/>
            </a:avLst>
          </a:prstGeom>
          <a:solidFill>
            <a:srgbClr val="002E53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48920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C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dinheiro, sem caderninho.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fica no seu histórico e a administração confere os pagamentos pelo sistema.</a:t>
            </a:r>
            <a:endParaRPr lang="en-US" sz="14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108192"/>
            <a:ext cx="1051560" cy="49377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920240" y="6199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 do Lito · uso interno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ACESSO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acesso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640080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10312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ENDEREÇO DO SITE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2944368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EMAIL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3950208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INICIAL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235000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mercadinho-sigma.vercel.app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19125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seunome</a:t>
            </a:r>
            <a:pPr indent="0" marL="0">
              <a:buNone/>
            </a:pPr>
            <a:r>
              <a:rPr lang="en-US" sz="2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@avioesemusicas.com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97280" y="35661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email que você já usa na empresa.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97280" y="4197096"/>
            <a:ext cx="1828800" cy="457200"/>
          </a:xfrm>
          <a:prstGeom prst="roundRect">
            <a:avLst>
              <a:gd name="adj" fmla="val 14000"/>
            </a:avLst>
          </a:prstGeom>
          <a:solidFill>
            <a:srgbClr val="1EC555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1970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Mudar123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081528" y="4197096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para todo mundo — por isso você troca no primeiro acesso.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452360" y="1828800"/>
            <a:ext cx="3977640" cy="3108960"/>
          </a:xfrm>
          <a:prstGeom prst="roundRect">
            <a:avLst>
              <a:gd name="adj" fmla="val 2941"/>
            </a:avLst>
          </a:prstGeom>
          <a:solidFill>
            <a:srgbClr val="002E53"/>
          </a:solidFill>
          <a:ln/>
        </p:spPr>
      </p:sp>
      <p:sp>
        <p:nvSpPr>
          <p:cNvPr id="15" name="Shape 13"/>
          <p:cNvSpPr/>
          <p:nvPr/>
        </p:nvSpPr>
        <p:spPr>
          <a:xfrm>
            <a:off x="7863840" y="2176272"/>
            <a:ext cx="548640" cy="54864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0" y="2176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7863840" y="288036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conseguiu entrar?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863840" y="3310128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A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 é criada pela administração — não existe cadastro por conta própria.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aparecer "email ou senha incorretos", fale com a Mayane.</a:t>
            </a:r>
            <a:endParaRPr lang="en-US" sz="13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108192"/>
            <a:ext cx="1051560" cy="49377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920240" y="6199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 do Lito · uso interno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Instale o app no seu celular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site no navegador do celular. Na tela de login existe o botão "Instalar o app no celular".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5230368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239572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002E53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39572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EC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97280" y="297180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Toque em "Instalar o app no celular".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 em "Instalar" na janela do sistema.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Pronto: o ícone aparece na tela inicial.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99632" y="2103120"/>
            <a:ext cx="5230368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65392" y="239572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002E53"/>
          </a:solidFill>
          <a:ln/>
        </p:spPr>
      </p:sp>
      <p:sp>
        <p:nvSpPr>
          <p:cNvPr id="11" name="Text 9"/>
          <p:cNvSpPr/>
          <p:nvPr/>
        </p:nvSpPr>
        <p:spPr>
          <a:xfrm>
            <a:off x="6565392" y="239572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EC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65392" y="297180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site no Safari.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Toque em Compartilhar (quadrado com seta, embaixo).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"Adicionar à Tela de Início" e confirme.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31520" y="523036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não é obrigatório — mas deixa o Mercadinho a um toque, sem digitar o endereço.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108192"/>
            <a:ext cx="1051560" cy="49377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920240" y="6199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 do Lito · uso interno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Troque a senha no primeiro acesso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75488" cy="475488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28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792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no sistema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20756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seu email e a senha inicial Mudar123.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475488" cy="475488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670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26334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"Trocar senha"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291693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computador, no topo da tela. No celular, na aba Pedidos.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3511296"/>
            <a:ext cx="475488" cy="475488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511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a nova senha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37581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de 6 caracteres. Repita no segundo campo.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77240" y="4352544"/>
            <a:ext cx="475488" cy="475488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352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43159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63040" y="459943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Toque em "Salvar nova senha". A partir daí, use só a sua senha.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452360" y="1828800"/>
            <a:ext cx="3977640" cy="3246120"/>
          </a:xfrm>
          <a:prstGeom prst="roundRect">
            <a:avLst>
              <a:gd name="adj" fmla="val 2817"/>
            </a:avLst>
          </a:prstGeom>
          <a:solidFill>
            <a:srgbClr val="002E53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0" y="217627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C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trocar?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863840" y="2670048"/>
            <a:ext cx="3154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A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senha inicial é a mesma para toda a equipe.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A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Seus pedidos e comprovantes ficam na sua conta — a senha garante que só você compra em seu nome.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108192"/>
            <a:ext cx="1051560" cy="493776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920240" y="6199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 do Lito · uso interno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os produtos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64008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157984"/>
            <a:ext cx="137160" cy="13716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6" name="Text 4"/>
          <p:cNvSpPr/>
          <p:nvPr/>
        </p:nvSpPr>
        <p:spPr>
          <a:xfrm>
            <a:off x="1399032" y="2057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Pegue o produto na prateleira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99032" y="2331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o que você vai consumir, como sempre fez.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889504"/>
            <a:ext cx="137160" cy="13716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9" name="Text 7"/>
          <p:cNvSpPr/>
          <p:nvPr/>
        </p:nvSpPr>
        <p:spPr>
          <a:xfrm>
            <a:off x="1399032" y="2788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 no app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399032" y="30632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busca por nome ou categoria para achar rapidinho.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97280" y="3621024"/>
            <a:ext cx="137160" cy="13716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2" name="Text 10"/>
          <p:cNvSpPr/>
          <p:nvPr/>
        </p:nvSpPr>
        <p:spPr>
          <a:xfrm>
            <a:off x="1399032" y="35204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Toque no botão +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399032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entra no carrinho. Repita para cada produto.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97280" y="4352544"/>
            <a:ext cx="137160" cy="13716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5" name="Text 13"/>
          <p:cNvSpPr/>
          <p:nvPr/>
        </p:nvSpPr>
        <p:spPr>
          <a:xfrm>
            <a:off x="1399032" y="42519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o carrinho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99032" y="4526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as quantidades e veja o total antes de finalizar.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452360" y="1828800"/>
            <a:ext cx="3977640" cy="3200400"/>
          </a:xfrm>
          <a:prstGeom prst="roundRect">
            <a:avLst>
              <a:gd name="adj" fmla="val 2857"/>
            </a:avLst>
          </a:prstGeom>
          <a:solidFill>
            <a:srgbClr val="E8F8EE"/>
          </a:solidFill>
          <a:ln w="12700">
            <a:solidFill>
              <a:srgbClr val="BEE9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2121408"/>
            <a:ext cx="3154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de olho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863840" y="256032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preço aparece em cada produto, e o total no carrinho.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aparecer "Esgotado", o produto acabou — avise a administração.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carrinho fica salvo se você sair sem finalizar.</a:t>
            </a:r>
            <a:endParaRPr lang="en-US" sz="13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108192"/>
            <a:ext cx="1051560" cy="49377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920240" y="6199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 do Lito · uso interno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Pague com PIX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338328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176272"/>
            <a:ext cx="475488" cy="475488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Toque em Finalizar compra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3101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 abre a tela de pagamento com o QR code.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38328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82312" y="2176272"/>
            <a:ext cx="475488" cy="475488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1" name="Text 9"/>
          <p:cNvSpPr/>
          <p:nvPr/>
        </p:nvSpPr>
        <p:spPr>
          <a:xfrm>
            <a:off x="4782312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82312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app do seu banco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82312" y="33101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Escaneie o QR code ou use "PIX copia e cola".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1874520"/>
            <a:ext cx="338328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2176272"/>
            <a:ext cx="475488" cy="475488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67344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o valor exato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3101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QR não leva valor. Informe o total que o app mostrou.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480560"/>
            <a:ext cx="10698480" cy="1005840"/>
          </a:xfrm>
          <a:prstGeom prst="roundRect">
            <a:avLst>
              <a:gd name="adj" fmla="val 9091"/>
            </a:avLst>
          </a:prstGeom>
          <a:solidFill>
            <a:srgbClr val="002E53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46634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C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ANTES DE PAGAR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49377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recebedor deve aparecer como LITO ACADEMY no app do seu banco, e o valor deve bater com o total do pedido.</a:t>
            </a:r>
            <a:endParaRPr lang="en-US" sz="14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108192"/>
            <a:ext cx="1051560" cy="49377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920240" y="6199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 do Lito · uso interno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 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Envie o comprovante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64008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157984"/>
            <a:ext cx="137160" cy="13716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6" name="Text 4"/>
          <p:cNvSpPr/>
          <p:nvPr/>
        </p:nvSpPr>
        <p:spPr>
          <a:xfrm>
            <a:off x="1399032" y="2057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 o comprovante do PIX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99032" y="2331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do banco, salve o print ou baixe o PDF.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889504"/>
            <a:ext cx="137160" cy="13716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9" name="Text 7"/>
          <p:cNvSpPr/>
          <p:nvPr/>
        </p:nvSpPr>
        <p:spPr>
          <a:xfrm>
            <a:off x="1399032" y="2788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 ao Mercadinho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399032" y="30632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Toque em escolher arquivo e selecione o comprovante.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97280" y="3621024"/>
            <a:ext cx="137160" cy="13716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2" name="Text 10"/>
          <p:cNvSpPr/>
          <p:nvPr/>
        </p:nvSpPr>
        <p:spPr>
          <a:xfrm>
            <a:off x="1399032" y="35204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Toque em Concluir pedido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399032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foto (JPG, PNG) ou PDF, até 10 MB.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97280" y="4352544"/>
            <a:ext cx="137160" cy="13716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15" name="Text 13"/>
          <p:cNvSpPr/>
          <p:nvPr/>
        </p:nvSpPr>
        <p:spPr>
          <a:xfrm>
            <a:off x="1399032" y="42519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Acompanhe em Meus pedidos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99032" y="4526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nasce como "Aguardando conferência".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452360" y="1828800"/>
            <a:ext cx="3977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SIGNIFICA CADA STATUS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52360" y="2194560"/>
            <a:ext cx="39776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26680" y="2386584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0" y="22951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conferência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046720" y="25877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administração ainda vai conferir.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452360" y="3154680"/>
            <a:ext cx="39776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26680" y="3346704"/>
            <a:ext cx="182880" cy="182880"/>
          </a:xfrm>
          <a:prstGeom prst="ellipse">
            <a:avLst/>
          </a:prstGeom>
          <a:solidFill>
            <a:srgbClr val="1EC555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0" y="32552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046720" y="35478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confere. Tudo certo!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452360" y="4114800"/>
            <a:ext cx="39776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26680" y="4306824"/>
            <a:ext cx="182880" cy="18288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0" y="42153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Rejeitado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046720" y="4507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motivo aparece no pedido.</a:t>
            </a:r>
            <a:endParaRPr lang="en-US" sz="12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108192"/>
            <a:ext cx="1051560" cy="49377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920240" y="6199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 do Lito · uso interno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75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tudo funcionar bem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1846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0391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na hora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Pegou o produto, faça o pedido no mesmo momento.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5352" y="1874520"/>
            <a:ext cx="51846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11112" y="20391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pedido por compra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1111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Coloque tudo no mesmo carrinho e pague de uma vez só.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246120"/>
            <a:ext cx="51846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34107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Comprovante sempre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37216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comprovante o pedido não é concluído.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45352" y="3246120"/>
            <a:ext cx="51846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AAB2BC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11112" y="34107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E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exato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11112" y="37216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E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Transfira exatamente o total do pedido.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698480" cy="914400"/>
          </a:xfrm>
          <a:prstGeom prst="roundRect">
            <a:avLst>
              <a:gd name="adj" fmla="val 10000"/>
            </a:avLst>
          </a:prstGeom>
          <a:solidFill>
            <a:srgbClr val="002E53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9834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C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Dúvidas?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com a Mayane. O acesso, os produtos e a conferência dos pagamentos passam por ela.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108192"/>
            <a:ext cx="1051560" cy="49377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920240" y="6199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Mercadinho do Lito · uso interno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Mercadinho do Lito — como usar</dc:title>
  <dc:subject>PptxGenJS Presentation</dc:subject>
  <dc:creator>Lito Aviation Academy</dc:creator>
  <cp:lastModifiedBy>Lito Aviation Academy</cp:lastModifiedBy>
  <cp:revision>1</cp:revision>
  <dcterms:created xsi:type="dcterms:W3CDTF">2026-08-07T19:18:48Z</dcterms:created>
  <dcterms:modified xsi:type="dcterms:W3CDTF">2026-08-07T19:18:48Z</dcterms:modified>
</cp:coreProperties>
</file>