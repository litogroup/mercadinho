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Guia de uso do Mercadinho do Lito para os funcionários.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6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4937760" cy="4937760"/>
          </a:xfrm>
          <a:prstGeom prst="ellipse">
            <a:avLst/>
          </a:prstGeom>
          <a:solidFill>
            <a:srgbClr val="0A342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</a:t>
            </a:r>
            <a:pPr indent="0" marL="0">
              <a:buNone/>
            </a:pPr>
            <a:r>
              <a:rPr lang="en-US" sz="4400" b="1" spc="200" kern="0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LITO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06324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 pelo celular, pague no PIX,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o comprovante. Simples assim.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LITO AVIATION ACADEMY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mercadinho-sigma.vercel.app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7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rápido para funcionários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331720"/>
            <a:ext cx="566928" cy="566928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15568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os produtos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15568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app, adicione o que você pegou no carrinho e confira o total.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16552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331720"/>
            <a:ext cx="566928" cy="566928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00600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 no PIX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00600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mostra o QR code e o valor exato. Pague pelo app do seu banco.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01584" y="1965960"/>
            <a:ext cx="338328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2331720"/>
            <a:ext cx="566928" cy="566928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85632" y="3063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o comprovante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85632" y="34747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Anexe o print ou PDF do PIX. Pronto — seu pedido fica registrado.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31520" y="4800600"/>
            <a:ext cx="10698480" cy="777240"/>
          </a:xfrm>
          <a:prstGeom prst="roundRect">
            <a:avLst>
              <a:gd name="adj" fmla="val 14118"/>
            </a:avLst>
          </a:prstGeom>
          <a:solidFill>
            <a:srgbClr val="E4F7EE"/>
          </a:solidFill>
          <a:ln w="12700">
            <a:solidFill>
              <a:srgbClr val="BCE8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9834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dinheiro, sem caderninho.  </a:t>
            </a:r>
            <a:pPr indent="0" marL="0">
              <a:buNone/>
            </a:pPr>
            <a:r>
              <a:rPr lang="en-US" sz="140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fica no seu histórico e o setor administrativo confere os pagamentos pelo sistema.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ACESSO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acesso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640080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14884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DO SITE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97280" y="23957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mercadinho-sigma.vercel.app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30358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EMAIL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3282696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seunome</a:t>
            </a:r>
            <a:pPr indent="0" marL="0">
              <a:buNone/>
            </a:pPr>
            <a:r>
              <a:rPr lang="en-US" sz="200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@avioesemusicas.com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email que você já usa na empresa.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097280" y="406908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INICIAL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97280" y="4315968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0F462D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31596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Mudar123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3127248" y="431596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Igual para todo mundo — por isso você vai trocar já no primeiro acesso.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452360" y="1874520"/>
            <a:ext cx="3977640" cy="3154680"/>
          </a:xfrm>
          <a:prstGeom prst="roundRect">
            <a:avLst>
              <a:gd name="adj" fmla="val 3478"/>
            </a:avLst>
          </a:prstGeom>
          <a:solidFill>
            <a:srgbClr val="0F462D"/>
          </a:solidFill>
          <a:ln/>
        </p:spPr>
      </p:sp>
      <p:sp>
        <p:nvSpPr>
          <p:cNvPr id="15" name="Shape 13"/>
          <p:cNvSpPr/>
          <p:nvPr/>
        </p:nvSpPr>
        <p:spPr>
          <a:xfrm>
            <a:off x="7863840" y="2240280"/>
            <a:ext cx="566928" cy="566928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0" y="2240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863840" y="29718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conseguiu entrar?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863840" y="3401568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conta é criada pelo administrador — não existe cadastro por conta própria.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aparecer "email ou senha incorretos", fale com o Gabriel.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Instale o app no seu celular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57276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site no navegador do celular. Na tela de login existe o botão "Instalar o app no celular".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148840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46888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E4F7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06324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"Instalar o app no celular".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em "Instalar" na janela do sistema.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o ícone aparece na sua tela inicial.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9632" y="2148840"/>
            <a:ext cx="5230368" cy="2971800"/>
          </a:xfrm>
          <a:prstGeom prst="roundRect">
            <a:avLst>
              <a:gd name="adj" fmla="val 3692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5392" y="2468880"/>
            <a:ext cx="1371600" cy="384048"/>
          </a:xfrm>
          <a:prstGeom prst="roundRect">
            <a:avLst>
              <a:gd name="adj" fmla="val 47619"/>
            </a:avLst>
          </a:prstGeom>
          <a:solidFill>
            <a:srgbClr val="E4F7EE"/>
          </a:solidFill>
          <a:ln/>
        </p:spPr>
      </p:sp>
      <p:sp>
        <p:nvSpPr>
          <p:cNvPr id="11" name="Text 9"/>
          <p:cNvSpPr/>
          <p:nvPr/>
        </p:nvSpPr>
        <p:spPr>
          <a:xfrm>
            <a:off x="6565392" y="24688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3063240"/>
            <a:ext cx="4526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site no Safari.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Compartilhar (quadrado com seta, embaixo).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"Adicionar à Tela de Início" e confirme.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não é obrigatório — mas deixa o Mercadinho a um toque, sem precisar digitar o endereço.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a senha no primeiro acesso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481328" y="1801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no sistema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81328" y="20939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seu email e a senha inicial Mudar123.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697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481328" y="2670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"Trocar senha"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81328" y="296265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computador, fica no topo da tela. No celular, na aba Pedidos.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356616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481328" y="35387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a nova senha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81328" y="38313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6 caracteres. Repita no segundo campo.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481328" y="44074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81328" y="470001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"Salvar nova senha". A partir daí, use só a sua senha.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52360" y="182880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0F462D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0" y="21945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trocar?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7863840" y="2697480"/>
            <a:ext cx="3154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inicial é a mesma para todos os funcionários.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C9D9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Seus pedidos e comprovantes ficam na sua conta — a senha é o que garante que só você compra em seu nome.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os produtos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76272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84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o produto na prateleira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2359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o que você vai consumir, como sempre fez.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 no app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busca por nome ou categoria para achar rapidinho.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675888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botão +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entra no carrinho. Repita para cada produto.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425696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334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o carrinho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17320" y="46085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as quantidades e veja o total antes de finalizar.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52360" y="1828800"/>
            <a:ext cx="3977640" cy="3291840"/>
          </a:xfrm>
          <a:prstGeom prst="roundRect">
            <a:avLst>
              <a:gd name="adj" fmla="val 3333"/>
            </a:avLst>
          </a:prstGeom>
          <a:solidFill>
            <a:srgbClr val="E4F7EE"/>
          </a:solidFill>
          <a:ln w="12700">
            <a:solidFill>
              <a:srgbClr val="BCE8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Fique de olho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863840" y="260604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preço de cada item aparece no card, e o total no carrinho.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aparecer "Esgotado", o produto acabou — avise o administrador.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carrinho fica salvo no seu celular se você sair sem finalizar.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 com PIX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219456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15568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Finalizar compra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15568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abre a tela de pagamento com o QR code do Mercadinho.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16552" y="18745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219456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800600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app do seu banco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00600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Escaneie o QR code na tela ou use "PIX copia e cola".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5632" y="2194560"/>
            <a:ext cx="502920" cy="502920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6" name="Text 14"/>
          <p:cNvSpPr/>
          <p:nvPr/>
        </p:nvSpPr>
        <p:spPr>
          <a:xfrm>
            <a:off x="8485632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3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85632" y="2834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o valor exato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85632" y="3364992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QR code não leva valor. Informe o total que o app mostrou.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52628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0F462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4709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CONFIRA ANTES DE PAGAR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983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recebedor deve aparecer como LITO ACADEMY no app do seu banco, e o valor deve bater com o total do pedido.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DE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 o comprovante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64008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176272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6" name="Text 4"/>
          <p:cNvSpPr/>
          <p:nvPr/>
        </p:nvSpPr>
        <p:spPr>
          <a:xfrm>
            <a:off x="1417320" y="20848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Salve o comprovante do PIX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417320" y="23591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do banco, salve o print ou baixe o PDF.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97280" y="2926080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9" name="Text 7"/>
          <p:cNvSpPr/>
          <p:nvPr/>
        </p:nvSpPr>
        <p:spPr>
          <a:xfrm>
            <a:off x="1417320" y="28346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Volte ao Mercadinho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mesma tela, toque em escolher arquivo e selecione o comprovante.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675888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3584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em Concluir pedido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417320" y="3858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 foto (JPG, PNG) ou PDF, até 10 MB.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97280" y="4425696"/>
            <a:ext cx="146304" cy="146304"/>
          </a:xfrm>
          <a:prstGeom prst="ellipse">
            <a:avLst/>
          </a:prstGeom>
          <a:solidFill>
            <a:srgbClr val="29DF8C"/>
          </a:solidFill>
          <a:ln/>
        </p:spPr>
      </p:sp>
      <p:sp>
        <p:nvSpPr>
          <p:cNvPr id="15" name="Text 13"/>
          <p:cNvSpPr/>
          <p:nvPr/>
        </p:nvSpPr>
        <p:spPr>
          <a:xfrm>
            <a:off x="1417320" y="43342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em Meus pedidos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1417320" y="460857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pedido nasce como "Aguardando conferência".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52360" y="18288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SIGNIFICA CADA 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52360" y="2212848"/>
            <a:ext cx="3977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26680" y="2414016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0" y="2322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conferência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46720" y="26151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administrador ainda vai conferir.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3200400"/>
            <a:ext cx="3977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726680" y="3401568"/>
            <a:ext cx="182880" cy="182880"/>
          </a:xfrm>
          <a:prstGeom prst="ellipse">
            <a:avLst/>
          </a:prstGeom>
          <a:solidFill>
            <a:srgbClr val="0F462D"/>
          </a:solidFill>
          <a:ln/>
        </p:spPr>
      </p:sp>
      <p:sp>
        <p:nvSpPr>
          <p:cNvPr id="24" name="Text 22"/>
          <p:cNvSpPr/>
          <p:nvPr/>
        </p:nvSpPr>
        <p:spPr>
          <a:xfrm>
            <a:off x="8046720" y="33101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046720" y="36027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confere. Tudo certo!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452360" y="4187952"/>
            <a:ext cx="3977640" cy="841248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726680" y="4389120"/>
            <a:ext cx="182880" cy="18288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328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Rejeitado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8046720" y="45902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motivo aparece no pedido.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50" kern="0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tudo funcionar bem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18464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39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na hora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23500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Pegou o produto, faça o pedido no mesmo momento — assim nada é esquecido.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45352" y="1874520"/>
            <a:ext cx="518464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11112" y="20391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pedido por compra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11112" y="235000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tudo que pegou no mesmo carrinho e pague de uma vez só.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291840"/>
            <a:ext cx="518464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3456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Comprovante sempre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comprovante o pedido não é concluído. Anexe antes de sair da tela.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45352" y="3291840"/>
            <a:ext cx="518464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EF"/>
            </a:solidFill>
            <a:prstDash val="solid"/>
          </a:ln>
          <a:effectLst>
            <a:outerShdw sx="100000" sy="100000" kx="0" ky="0" algn="bl" rotWithShape="0" blurRad="127000" dist="25400" dir="5400000">
              <a:srgbClr val="9AA5B1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11112" y="34564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exato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1112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Transfira exatamente o total do pedido, para a conferência fechar certinho.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846320"/>
            <a:ext cx="10698480" cy="914400"/>
          </a:xfrm>
          <a:prstGeom prst="roundRect">
            <a:avLst>
              <a:gd name="adj" fmla="val 12000"/>
            </a:avLst>
          </a:prstGeom>
          <a:solidFill>
            <a:srgbClr val="0F462D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9D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Dúvidas?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com o Gabriel. O acesso, os produtos e a conferência dos pagamentos passam por ele.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619963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Mercadinho do Lito · Lito Aviation Academy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Mercadinho do Lito — como usar</dc:title>
  <dc:subject>PptxGenJS Presentation</dc:subject>
  <dc:creator>Lito Aviation Academy</dc:creator>
  <cp:lastModifiedBy>Lito Aviation Academy</cp:lastModifiedBy>
  <cp:revision>1</cp:revision>
  <dcterms:created xsi:type="dcterms:W3CDTF">2026-08-07T18:51:17Z</dcterms:created>
  <dcterms:modified xsi:type="dcterms:W3CDTF">2026-08-07T18:51:17Z</dcterms:modified>
</cp:coreProperties>
</file>